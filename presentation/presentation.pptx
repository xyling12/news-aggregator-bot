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ИЖЕВСК СЕГОДНЯ · БИЗНЕС-ПЛАН · МАРТ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</a:rPr>
              <a:t>КОНФИДЕНЦИАЛЬНО · ДЛЯ ИНВЕСТОРОВ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8102E"/>
                </a:solidFill>
              </a:rPr>
              <a:t>ИС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Ижевск Сегодня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</a:rPr>
              <a:t>Региональный AI-медиапроект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</a:rPr>
              <a:t>Стадия: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MVP → Рост   |   </a:t>
            </a:r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</a:rPr>
              <a:t>Инвестиции: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500–750k ₽   |   </a:t>
            </a:r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</a:rPr>
              <a:t>ROI / 2 года: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200–400%   |   </a:t>
            </a:r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</a:rPr>
              <a:t>Маржа: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~75%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</a:rPr>
              <a:t>01 / Проблема и 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Региональные новости отстали на 10 лет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Традиционные сайты Ижевска публикуют 3–7 материалов в день с задержкой 2–4 часа. Аудитория уходит в Telegram — но качественного регионального контента там почти нет.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Аудитория Ижевска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650 000+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2103120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</a:rPr>
              <a:t>Конкуренты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</a:rPr>
              <a:t>3–7 постов/день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103120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Наши посты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24–30/день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0" y="2103120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Автоматизация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~95%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Наше решение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</a:rPr>
              <a:t>• Мониторинг 7+ источников в реальном времени
</a:t>
            </a:r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• AI-рерайт чере Gemini (совершенно без плагиата)
</a:t>
            </a:r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• Кросспостинг: Telegram + ВКонтакте + Дзен
</a:t>
            </a:r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• Умная AI дедупликация (из 5 источников 1 пост)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</a:rPr>
              <a:t>02 / Рынок и конкуренты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Ни одного сильного TG-канала на 650k человек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</a:rPr>
                        <a:t>Канал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</a:rPr>
                        <a:t>TG-подписчики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</a:rPr>
                        <a:t>Постов/день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</a:rPr>
                        <a:t>Автоматизация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izhlife.ru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8 000+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5–10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udm-info.ru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5 000+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3–7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Ижевск Онлайн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12 000+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8–12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Частично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Ижевск Сегодня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Растёт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24–30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C759"/>
                          </a:solidFill>
                        </a:rPr>
                        <a:t>95% (AI)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A0D11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Ключевое преимущество работает 24/7 без редакции. Себестоимость одной публикации — ~2–5 ₽ (API-вызовы). У традиционных СМИ с журналистом — 500–2000 ₽.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</a:rPr>
              <a:t>03 / Монетизация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Три источника дохода, маржа ~75%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3716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</a:rPr>
                        <a:t>Период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</a:rPr>
                        <a:t>Подписчики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</a:rPr>
                        <a:t>Расходы/мес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</a:rPr>
                        <a:t>Выручка/мес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</a:rPr>
                        <a:t>Прибыль/мес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6 мес.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3 000–5 000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10 000 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30–60 тыс. 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20–50 тыс. 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12 мес.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10 000–15 000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15 000 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120–250 тыс. 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105–235 тыс. 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24 мес.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30 000–50 000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30 000 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400–800 тыс. 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370–770 тыс. 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Текущие операционные расходы (MVP)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749040"/>
            <a:ext cx="192024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749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VPS / Dokploy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1 500 ₽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3749040"/>
            <a:ext cx="192024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0" y="3749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Gemini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3–8 тыс. ₽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3749040"/>
            <a:ext cx="192024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3749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Домен / прочее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200 ₽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3749040"/>
            <a:ext cx="192024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3749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ИТОГО / мес.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~10 000 ₽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</a:rPr>
              <a:t>04 / Инвестиционный запрос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Раунд A: масштабирование и рост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A030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</a:rPr>
              <a:t>Объём привлечения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500–750 тыс. ₽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</a:rPr>
              <a:t>Доля для инвестора: 20–35% · Горизонт окупаемости: 12–18 мес.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Использование средств: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</a:rPr>
              <a:t>• Маркетинг (Пиар) — 150 000 ₽
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• Редактор спецпроектов на 6 мес — 100 000 ₽
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• Масштабирование на другие города — 200 000 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Контакты связи: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</a:rPr>
              <a:t>TG: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@IzhevskTodayNews
</a:t>
            </a:r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</a:rPr>
              <a:t>VK: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vk.com/club236380336
</a:t>
            </a:r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</a:rPr>
              <a:t>Бот: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@NewsRussain11_bot
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Ижевск Сегодня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Бизнес-план</dc:title>
  <dc:subject>PptxGenJS Presentation</dc:subject>
  <dc:creator>Ижевск Сегодня</dc:creator>
  <cp:lastModifiedBy>Ижевск Сегодня</cp:lastModifiedBy>
  <cp:revision>1</cp:revision>
  <dcterms:created xsi:type="dcterms:W3CDTF">2026-03-02T19:55:41Z</dcterms:created>
  <dcterms:modified xsi:type="dcterms:W3CDTF">2026-03-02T19:55:41Z</dcterms:modified>
</cp:coreProperties>
</file>